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546011f6354560" /><Relationship Type="http://schemas.openxmlformats.org/officeDocument/2006/relationships/extended-properties" Target="/docProps/app.xml" Id="R13dd2eb15c15497d" /><Relationship Type="http://schemas.openxmlformats.org/officeDocument/2006/relationships/officeDocument" Target="/ppt/presentation.xml" Id="Rb2ef4ebe04c644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df4e2df071416a"/>
  </p:sldMasterIdLst>
  <p:notesMasterIdLst>
    <p:notesMasterId xmlns:r="http://schemas.openxmlformats.org/officeDocument/2006/relationships" r:id="R6e307ae9a36c4995"/>
  </p:notesMasterIdLst>
  <p:sldIdLst>
    <p:sldId xmlns:r="http://schemas.openxmlformats.org/officeDocument/2006/relationships" id="256" r:id="Ref551dca82784c9c"/>
    <p:sldId xmlns:r="http://schemas.openxmlformats.org/officeDocument/2006/relationships" id="257" r:id="R551ef60064fd449c"/>
    <p:sldId xmlns:r="http://schemas.openxmlformats.org/officeDocument/2006/relationships" id="258" r:id="R47c23af68fa8430b"/>
    <p:sldId xmlns:r="http://schemas.openxmlformats.org/officeDocument/2006/relationships" id="259" r:id="Re8797bf716f44f44"/>
    <p:sldId xmlns:r="http://schemas.openxmlformats.org/officeDocument/2006/relationships" id="260" r:id="Rdc6ca2ff7f15443a"/>
    <p:sldId xmlns:r="http://schemas.openxmlformats.org/officeDocument/2006/relationships" id="261" r:id="R269235f400bd48be"/>
    <p:sldId xmlns:r="http://schemas.openxmlformats.org/officeDocument/2006/relationships" id="262" r:id="Ra973e247b6b2456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f96385976b4d1e" /><Relationship Type="http://schemas.openxmlformats.org/officeDocument/2006/relationships/slideMaster" Target="/ppt/slideMasters/slideMaster1.xml" Id="R66df4e2df071416a" /><Relationship Type="http://schemas.openxmlformats.org/officeDocument/2006/relationships/notesMaster" Target="/ppt/notesMasters/notesMaster1.xml" Id="R6e307ae9a36c4995" /><Relationship Type="http://schemas.openxmlformats.org/officeDocument/2006/relationships/presProps" Target="/ppt/presProps.xml" Id="Rf5b959a9e4d74062" /><Relationship Type="http://schemas.openxmlformats.org/officeDocument/2006/relationships/tableStyles" Target="/ppt/tableStyles.xml" Id="Reddee73dc15941b5" /><Relationship Type="http://schemas.openxmlformats.org/officeDocument/2006/relationships/slide" Target="/ppt/slides/slide1.xml" Id="Ref551dca82784c9c" /><Relationship Type="http://schemas.openxmlformats.org/officeDocument/2006/relationships/slide" Target="/ppt/slides/slide2.xml" Id="R551ef60064fd449c" /><Relationship Type="http://schemas.openxmlformats.org/officeDocument/2006/relationships/slide" Target="/ppt/slides/slide3.xml" Id="R47c23af68fa8430b" /><Relationship Type="http://schemas.openxmlformats.org/officeDocument/2006/relationships/slide" Target="/ppt/slides/slide4.xml" Id="Re8797bf716f44f44" /><Relationship Type="http://schemas.openxmlformats.org/officeDocument/2006/relationships/slide" Target="/ppt/slides/slide5.xml" Id="Rdc6ca2ff7f15443a" /><Relationship Type="http://schemas.openxmlformats.org/officeDocument/2006/relationships/slide" Target="/ppt/slides/slide6.xml" Id="R269235f400bd48be" /><Relationship Type="http://schemas.openxmlformats.org/officeDocument/2006/relationships/slide" Target="/ppt/slides/slide7.xml" Id="Ra973e247b6b245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29024569c845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eb7f1bac2ce4aa8" /><Relationship Type="http://schemas.openxmlformats.org/officeDocument/2006/relationships/notesMaster" Target="/ppt/notesMasters/notesMaster1.xml" Id="R04c5cbdae0b048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76fde057442423c" /><Relationship Type="http://schemas.openxmlformats.org/officeDocument/2006/relationships/notesMaster" Target="/ppt/notesMasters/notesMaster1.xml" Id="R1df672e6221e44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848759c4514adc" /><Relationship Type="http://schemas.openxmlformats.org/officeDocument/2006/relationships/notesMaster" Target="/ppt/notesMasters/notesMaster1.xml" Id="Redeab45951d24f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535ff3b55649bf" /><Relationship Type="http://schemas.openxmlformats.org/officeDocument/2006/relationships/notesMaster" Target="/ppt/notesMasters/notesMaster1.xml" Id="Re0b564f594f44b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59d8e29ee5442c4" /><Relationship Type="http://schemas.openxmlformats.org/officeDocument/2006/relationships/notesMaster" Target="/ppt/notesMasters/notesMaster1.xml" Id="R6d0e86ad841447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5ec0ece3804f10" /><Relationship Type="http://schemas.openxmlformats.org/officeDocument/2006/relationships/notesMaster" Target="/ppt/notesMasters/notesMaster1.xml" Id="Rb429f3bb4bab42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4ed40fd48947e4" /><Relationship Type="http://schemas.openxmlformats.org/officeDocument/2006/relationships/notesMaster" Target="/ppt/notesMasters/notesMaster1.xml" Id="R510f9ba6ec214c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pong/src/pong.c</a:t>
            </a:r>
          </a:p>
          <a:p xmlns:a="http://schemas.openxmlformats.org/drawingml/2006/main">
            <a:r>
              <a:t>- Local build definition: pong/src/Makefile</a:t>
            </a:r>
          </a:p>
          <a:p xmlns:a="http://schemas.openxmlformats.org/drawingml/2006/main">
            <a:r>
              <a:t>- Local image: pong/images/teaser.png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pong/src/pong.c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build definition: pong/src/Makefile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pong/src/pong.c</a:t>
            </a:r>
          </a:p>
          <a:p xmlns:a="http://schemas.openxmlformats.org/drawingml/2006/main">
            <a:r>
              <a:t>- Local reference: crtc60hz/src/crtc60hz.c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pong/src/pong.c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pong/src/pong.c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pong/src/pong.c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018f9a0a414f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0670c87a804eae" /><Relationship Type="http://schemas.openxmlformats.org/officeDocument/2006/relationships/slideLayout" Target="/ppt/slideLayouts/slideLayout1.xml" Id="Ra685f9b167cc4e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85f9b167cc4e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90ceef60cd47a6" /><Relationship Type="http://schemas.openxmlformats.org/officeDocument/2006/relationships/image" Target="/ppt/media/image.png" Id="R005826135d504f80" /><Relationship Type="http://schemas.openxmlformats.org/officeDocument/2006/relationships/notesSlide" Target="/ppt/notesSlides/notesSlide1.xml" Id="R40c4f0bc5dbf49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c29c00a2754db4" /><Relationship Type="http://schemas.openxmlformats.org/officeDocument/2006/relationships/notesSlide" Target="/ppt/notesSlides/notesSlide2.xml" Id="R42303733848342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13617c2ab84c03" /><Relationship Type="http://schemas.openxmlformats.org/officeDocument/2006/relationships/notesSlide" Target="/ppt/notesSlides/notesSlide3.xml" Id="R24c9d0c30fa54e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8091a623d146be" /><Relationship Type="http://schemas.openxmlformats.org/officeDocument/2006/relationships/notesSlide" Target="/ppt/notesSlides/notesSlide4.xml" Id="R47fe0eed765844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1105c04f444cf1" /><Relationship Type="http://schemas.openxmlformats.org/officeDocument/2006/relationships/notesSlide" Target="/ppt/notesSlides/notesSlide5.xml" Id="Ref555137fe8d4b6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73219d4ce44dad" /><Relationship Type="http://schemas.openxmlformats.org/officeDocument/2006/relationships/notesSlide" Target="/ppt/notesSlides/notesSlide6.xml" Id="Rce30aaddac9d45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0fa400636d470f" /><Relationship Type="http://schemas.openxmlformats.org/officeDocument/2006/relationships/notesSlide" Target="/ppt/notesSlides/notesSlide7.xml" Id="R799dd09a20b246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EE2545-41B9-43BA-A8E7-0F16A0BE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rPr>
              <a:t>BARE METAL / SHARP X68000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F824CF-F36F-40B5-BB19-6D08F804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540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PONG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0C840-FC6F-40FA-BB84-CE3437A8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86050"/>
            <a:ext cx="4953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270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Human68k非依存のC実装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270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1P / 2P・キーボード / パッド対応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17799E-AD50-4666-9D89-1C8FDE8D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672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elf2x68k + IOCS + mode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B816C-1F4C-48CC-BEF3-774ACE0A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Makefile -&gt; dist/pong.xdf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590D5A-59E8-4FDA-B7D6-850E209D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5300"/>
            <a:ext cx="5429250" cy="561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2CAC81-074C-4B3A-9E2E-D9E66F7C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895350"/>
            <a:ext cx="4705350" cy="481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7F4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2FAEC0-6F2F-4DF0-8D8F-92097654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895350"/>
            <a:ext cx="0" cy="4819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7F4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95E5F7-4744-4D1F-8FEA-D7D0F081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571750"/>
            <a:ext cx="114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B8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896CCD-C762-4999-A34A-730AE25C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2000250"/>
            <a:ext cx="114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B8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6DCC92-14AC-4615-9365-06DD37FF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9146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48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D14785-BAFC-45D9-BDE4-1EFC8208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029200"/>
            <a:ext cx="95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3000" b="1">
                <a:solidFill>
                  <a:srgbClr val="F7F4EC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F7F4EC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7E7577-6C9E-4F83-8D54-742185CE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52006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rPr>
              <a:t>Hz</a:t>
            </a:r>
          </a:p>
        </p:txBody>
      </p:sp>
      <p:sp>
        <p:nvSpPr>
          <p:cNvPr id="15" name="teaser-background">
            <a:extLst xmlns:a="http://schemas.openxmlformats.org/drawingml/2006/main">
              <a:ext uri="{FF2B5EF4-FFF2-40B4-BE49-F238E27FC236}">
                <a16:creationId xmlns:a16="http://schemas.microsoft.com/office/drawing/2014/main" id="{45C905A8-2604-4418-890B-A452EF1C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5300"/>
            <a:ext cx="5429250" cy="561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5826135d504f80"/>
          <a:stretch xmlns:a="http://schemas.openxmlformats.org/drawingml/2006/main"/>
        </p:blipFill>
        <p:spPr>
          <a:xfrm xmlns:a="http://schemas.openxmlformats.org/drawingml/2006/main">
            <a:off x="6191250" y="760214"/>
            <a:ext cx="5429250" cy="508992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1730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D4EC3B5C-2BED-4D5A-9AE9-90449998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applicationとGameContextで責務を分離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962D2E-4085-4B88-91AF-1332930E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48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C47063-67EC-436C-83F8-231FD7E6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191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D8251-13F0-4124-B8DB-B0249B8C7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71650"/>
            <a:ext cx="0" cy="3810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5A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5AFF49-A1D4-48D2-BBB0-33DF8971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applicationの責務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B85489-5D86-4CC0-8A0B-2686CA9D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4953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・application_initialize()</a:t>
            </a:r>
          </a:p>
          <a:p xmlns:a="http://schemas.openxmlformats.org/drawingml/2006/main">
            <a:r>
              <a:t>　画面モードと60 Hzを初期化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/>
            </a:r>
          </a:p>
          <a:p xmlns:a="http://schemas.openxmlformats.org/drawingml/2006/main">
            <a:r>
              <a:t>・application_loop()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　タイトル・対戦・勝者表示を制御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・application_finalize()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　元の画面モードへ復帰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F61803-7777-4A16-AD4A-008CEA054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954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GameContextの構成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FDB91C-26B1-4F5D-A77F-1CDE6D1E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24100"/>
            <a:ext cx="4762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GameContext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  application : ApplicationState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    old_mode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  pong : PongGameState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    paddles / ball / mode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    scores / frame</a:t>
            </a:r>
          </a:p>
        </p:txBody>
      </p:sp>
    </p:spTree>
    <p:extLst>
      <p:ext uri="{BB962C8B-B14F-4D97-AF65-F5344CB8AC3E}">
        <p14:creationId xmlns:p14="http://schemas.microsoft.com/office/powerpoint/2010/main" val="3612063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64FCF0DA-BBD4-44D9-AA86-879B95B7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makeだけでベアメタルXDFまで生成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9577BD-38ED-4972-9B3D-0BD2F754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48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65F8D-6323-49B3-8AC9-1AEB8BBA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191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68B0E3-3115-4FDB-B776-27C7363C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D1FA05-FFD3-41BE-863A-06FA03CC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rPr>
              <a:t>01 / COMPILE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3274DC-BEA7-48AC-9DCF-8B42DFB5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90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E2E321-0498-4682-8BB2-3846CA18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m68k-xelf-gcc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C16A4C-CC17-4347-AAB3-8D18532C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48100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-m68000 -O2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-specs=x68knodos.specs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リンク先 0x6800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E648D5-419A-458F-B5D4-87B35124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0025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rPr>
              <a:t>02 / BOOT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65F05C-F86F-49ED-8F12-98DFCFB5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590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2C0DFA-A795-4C13-ACAA-AA490730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human.sysへ配置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20A308-95D1-4A7E-835F-A38E8499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48100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リンク時にhuman.sysを直接生成。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Human68k本体やシステムファイルは不要。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28D4DB-BA85-43C2-B70A-C1FC2BAD3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0025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rPr>
              <a:t>03 / XDF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647317-33C9-447C-A475-C7BCD078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90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CA23D8-C6C4-4090-B2EC-1D078ED9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385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dist/pong.xdf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C45244-0FA6-4424-8503-51C44F4B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48100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human.sysだけを格納した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新しいXDFイメージを生成。</a:t>
            </a:r>
          </a:p>
        </p:txBody>
      </p:sp>
    </p:spTree>
    <p:extLst>
      <p:ext uri="{BB962C8B-B14F-4D97-AF65-F5344CB8AC3E}">
        <p14:creationId xmlns:p14="http://schemas.microsoft.com/office/powerpoint/2010/main" val="17156733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5144E54C-DF84-4C18-B0D9-22B9A0EC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512 x 480 / 60 Hz表示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FA84DD-BB7D-47E9-9B5F-A47C6462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48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FBBD69-BDF0-49EA-AFFC-83A299C6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191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DEE632-4CDA-4CD6-B773-CF689FB9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E7A93E-4058-4BF2-BCD4-89DFCDA92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rPr>
              <a:t>MODE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8A53B-507C-4ED9-B151-6BD20C19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90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38D8A-F4B3-42D0-88D1-D7E15EE7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CRTMOD(12)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41C141-8570-4836-B145-9C835709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48100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512 x 512 / 65536色の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標準31 kHzモードを選択。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A82874-41A0-4895-86DF-DFDC1B30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0025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rPr>
              <a:t>SYNC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9DBE6-A0EC-466A-A35F-274A65A2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590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CB5BD6-DE7A-4BDD-B2DE-EBE999CDB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wait_vdisp()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019F3E-59D6-4851-816C-36BADBB0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48100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MFP GPIPのV-DISPエッジを待ち、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1更新を1フレームに固定。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0169F4-DEB4-4BFE-8815-89602020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0025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rPr>
              <a:t>TIMING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2F192D-17A7-4ACA-8606-ACC32217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90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7465D4-58E0-44E5-8CA9-50F76498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385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R05/R06/R07 -&gt; R04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3326A-FBA2-462E-B11F-93FD4186A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48100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表示位置を先に設定し、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最後に総走査線525へ変更。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DFD662-0BE7-4639-A451-8F6BC9F7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6578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D5482A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D5482A"/>
                </a:solidFill>
                <a:latin typeface="Yu Gothic"/>
                <a:ea typeface="Yu Gothic"/>
                <a:cs typeface="Yu Gothic"/>
              </a:rPr>
              <a:t>_ONTIMEで待機タイムアウトを監視し、停止を回避</a:t>
            </a:r>
          </a:p>
        </p:txBody>
      </p:sp>
    </p:spTree>
    <p:extLst>
      <p:ext uri="{BB962C8B-B14F-4D97-AF65-F5344CB8AC3E}">
        <p14:creationId xmlns:p14="http://schemas.microsoft.com/office/powerpoint/2010/main" val="2692561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A4B9DDCD-4252-4A5F-9310-C76E79B3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GameContextからPONG固有状態だけを渡す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EAABDA-578D-4E21-960A-A02F9E6D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48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0D008F-A45C-469F-8614-A7639FDB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191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524B66-908E-4075-8A9E-1A6FF7E0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495300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2CB3D3-369D-4AA7-8A40-E0BA1FDE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47850"/>
            <a:ext cx="43815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static void application_loop(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GameContext *context) {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int mode;</a:t>
            </a:r>
          </a:p>
          <a:p xmlns:a="http://schemas.openxmlformats.org/drawingml/2006/main">
            <a:pPr>
              <a:defRPr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  int winner;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while ((mode = title_screen()) != 0) {</a:t>
            </a:r>
          </a:p>
          <a:p xmlns:a="http://schemas.openxmlformats.org/drawingml/2006/main">
            <a:pPr>
              <a:defRPr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    pong_init(&amp;context-&gt;pong, mode);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winner = pong_match(&amp;context-&gt;pong);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}</a:t>
            </a:r>
          </a:p>
          <a:p xmlns:a="http://schemas.openxmlformats.org/drawingml/2006/main">
            <a:pPr>
              <a:defRPr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2143DE-4A56-4A25-B0D6-11102D75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573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依存関係の境界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3D72CB-AC68-465D-9101-D895B075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05050"/>
            <a:ext cx="4476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D625F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5D625F"/>
                </a:solidFill>
                <a:latin typeface="Consolas"/>
                <a:ea typeface="Consolas"/>
                <a:cs typeface="Consolas"/>
              </a:rPr>
              <a:t>01  lifecycleはGameContextを受け取る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D625F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5D625F"/>
                </a:solidFill>
                <a:latin typeface="Consolas"/>
                <a:ea typeface="Consolas"/>
                <a:cs typeface="Consolas"/>
              </a:rPr>
              <a:t>02  old_modeはApplicationStateに保持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D625F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5D625F"/>
                </a:solidFill>
                <a:latin typeface="Consolas"/>
                <a:ea typeface="Consolas"/>
                <a:cs typeface="Consolas"/>
              </a:rPr>
              <a:t>03  PONG関数はPongGameStateだけを参照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D625F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5D625F"/>
                </a:solidFill>
                <a:latin typeface="Consolas"/>
                <a:ea typeface="Consolas"/>
                <a:cs typeface="Consolas"/>
              </a:rPr>
              <a:t>04  ゲーム固有状態をapplicationから分離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D625F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5D625F"/>
                </a:solidFill>
                <a:latin typeface="Consolas"/>
                <a:ea typeface="Consolas"/>
                <a:cs typeface="Consolas"/>
              </a:rPr>
              <a:t>05  別ゲームではgame stateだけを交換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5CA372-12E1-4198-8D81-942E2A40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143500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D5482A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D5482A"/>
                </a:solidFill>
                <a:latin typeface="Yu Gothic"/>
                <a:ea typeface="Yu Gothic"/>
                <a:cs typeface="Yu Gothic"/>
              </a:rPr>
              <a:t>共通ライフサイクルとゲーム固有ロジックを型で分離。</a:t>
            </a:r>
          </a:p>
        </p:txBody>
      </p:sp>
    </p:spTree>
    <p:extLst>
      <p:ext uri="{BB962C8B-B14F-4D97-AF65-F5344CB8AC3E}">
        <p14:creationId xmlns:p14="http://schemas.microsoft.com/office/powerpoint/2010/main" val="7626182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6FB57479-4EA1-45FF-B83B-A088F139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キーボードと2台のパッドに対応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956A91-38E7-4909-B5CE-5C619D52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48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4462DB-1315-4A42-9BF3-67AE071D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191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32AF24-A006-4C54-AA61-1EE25EEB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238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8AD95-1F49-433F-B9CF-7E1E3FCF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4762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PLAYER 1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W / S</a:t>
            </a:r>
          </a:p>
          <a:p xmlns:a="http://schemas.openxmlformats.org/drawingml/2006/main">
            <a:pPr>
              <a:defRPr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  PAD 1  UP / DOWN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PLAYER 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CURSOR  UP / DOWN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PAD 2  UP / DOWN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05AD81-CDE3-4FE8-84B1-C5BD2F34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240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TITLE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DAF167-256A-41C8-A929-CB2AE2B9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81250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上下で選択、Return / Space / Aで決定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4F70B4-2297-477E-ADAC-643673F1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52750"/>
            <a:ext cx="438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5A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216AC7-0E49-4A55-A9B5-FD973357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76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D5482A"/>
                </a:solidFill>
                <a:latin typeface="Yu Gothic"/>
                <a:ea typeface="Yu Gothic"/>
                <a:cs typeface="Yu Gothic"/>
              </a:defRPr>
            </a:pPr>
            <a:r>
              <a:rPr sz="2400" b="1">
                <a:solidFill>
                  <a:srgbClr val="D5482A"/>
                </a:solidFill>
                <a:latin typeface="Yu Gothic"/>
                <a:ea typeface="Yu Gothic"/>
                <a:cs typeface="Yu Gothic"/>
              </a:rPr>
              <a:t>MATCH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CD4A02-06A3-46E1-890E-86761A87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4810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Q / ESCでタイトルへ戻る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B5F62D-DD9D-42C1-98A0-47324E044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438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5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0AD5AB-DB8B-4B69-B83B-94493A35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5775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STATUS  KEYBOARD + 2 PADS</a:t>
            </a:r>
          </a:p>
        </p:txBody>
      </p:sp>
    </p:spTree>
    <p:extLst>
      <p:ext uri="{BB962C8B-B14F-4D97-AF65-F5344CB8AC3E}">
        <p14:creationId xmlns:p14="http://schemas.microsoft.com/office/powerpoint/2010/main" val="2617872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573742C3-ECA8-4CB2-A1D0-DD555C22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公開リポジトリを用途別に整理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F26E1-90FB-4D07-989A-9CFBDBED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48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32349A-7394-4728-B911-07C6185E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191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A9E896-4D38-466E-BCCB-EC1A10D8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FF01D4-13C0-4BA0-A196-362355DF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705071-0134-440F-B802-B66E57F2D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90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E8BE1-BBF4-4B24-A0B2-A60FB352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src/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0C7778-2EA8-454B-AA0B-F061012D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48100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pong.c と Makefile。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Cソースとビルド定義を集約。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7E1700-E95B-4603-9015-E99ED397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0025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F64A4B-C4AB-4F85-869E-88AF3AA3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590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12F6A1-0825-42FD-AEA7-7509A5FE4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dist/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E82A59-6D07-4D0C-B96D-D745F847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48100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makeで生成する起動ディスク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pong.xdfを配置。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EF236D-F32F-4525-B346-61386400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0025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D5482A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EF7AF9-503E-4559-95BE-0BD5801EF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90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A5829A-1FDD-4F52-8F17-14E4F57D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385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11111"/>
                </a:solidFill>
                <a:latin typeface="Yu Gothic"/>
                <a:ea typeface="Yu Gothic"/>
                <a:cs typeface="Yu Gothic"/>
              </a:rPr>
              <a:t>docs/ + README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FF961-CC83-42AD-826E-7B0DA17C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48100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技術資料はpong.pptx。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D625F"/>
                </a:solidFill>
                <a:latin typeface="Yu Gothic"/>
                <a:ea typeface="Yu Gothic"/>
                <a:cs typeface="Yu Gothic"/>
              </a:rPr>
              <a:t>READMEは概要とビルド手順。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11D03A-B67C-47CF-9864-E8A5706E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62600"/>
            <a:ext cx="10668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5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F2B284-C9F8-40EF-894E-02B8D6F77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34050"/>
            <a:ext cx="1019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5482A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D5482A"/>
                </a:solidFill>
                <a:latin typeface="Yu Gothic"/>
                <a:ea typeface="Yu Gothic"/>
                <a:cs typeface="Yu Gothic"/>
              </a:rPr>
              <a:t>README.md = English　・　README.ja.md = 日本語</a:t>
            </a:r>
          </a:p>
        </p:txBody>
      </p:sp>
    </p:spTree>
    <p:extLst>
      <p:ext uri="{BB962C8B-B14F-4D97-AF65-F5344CB8AC3E}">
        <p14:creationId xmlns:p14="http://schemas.microsoft.com/office/powerpoint/2010/main" val="4529818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2026-08-20T15:14:50.8550000Z</dcterms:created>
  <dcterms:modified xsi:type="dcterms:W3CDTF">2026-08-20T15:14:50.8550000Z</dcterms:modified>
</coreProperties>
</file>